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7"/>
  </p:notesMasterIdLst>
  <p:sldIdLst>
    <p:sldId id="473" r:id="rId2"/>
    <p:sldId id="546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2" r:id="rId14"/>
    <p:sldId id="543" r:id="rId15"/>
    <p:sldId id="529" r:id="rId16"/>
  </p:sldIdLst>
  <p:sldSz cx="12192000" cy="6858000"/>
  <p:notesSz cx="6858000" cy="9144000"/>
  <p:embeddedFontLst>
    <p:embeddedFont>
      <p:font typeface="Segoe UI" panose="020B0502040204020203" pitchFamily="34" charset="0"/>
      <p:regular r:id="rId18"/>
      <p:bold r:id="rId19"/>
      <p:italic r:id="rId20"/>
      <p:boldItalic r:id="rId21"/>
    </p:embeddedFont>
    <p:embeddedFont>
      <p:font typeface="Segoe UI Light" panose="020B0502040204020203" pitchFamily="34" charset="0"/>
      <p:regular r:id="rId22"/>
      <p: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5DB915-6B64-9132-4740-A050AAD7D04A}" v="30" dt="2023-09-15T08:49:53.2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2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84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01275B-8497-4FC6-A807-99A9C30E66E2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98C51-15DF-414D-9B75-E5739437D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895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076451-FC90-4479-9586-D790FB947699}" type="slidenum">
              <a:rPr kumimoji="0" lang="en-GB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65691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387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794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802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3385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650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98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463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312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0023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7615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1527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5486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1353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76451-FC90-4479-9586-D790FB94769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9880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010543"/>
          </a:xfrm>
          <a:solidFill>
            <a:schemeClr val="accent1"/>
          </a:solidFill>
        </p:spPr>
        <p:txBody>
          <a:bodyPr/>
          <a:lstStyle>
            <a:lvl1pPr algn="l">
              <a:defRPr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GB" dirty="0"/>
              <a:t>Games Interaction Technology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1424" y="3212976"/>
            <a:ext cx="10369152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5779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Games Interaction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901777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850106"/>
          </a:xfr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Games Interaction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5328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355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6216395" y="1556056"/>
            <a:ext cx="5361312" cy="613784"/>
          </a:xfrm>
          <a:prstGeom prst="rect">
            <a:avLst/>
          </a:prstGeom>
          <a:solidFill>
            <a:srgbClr val="FFFFFF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0" name="Rectangle 9"/>
          <p:cNvSpPr/>
          <p:nvPr userDrawn="1"/>
        </p:nvSpPr>
        <p:spPr>
          <a:xfrm>
            <a:off x="638677" y="1556792"/>
            <a:ext cx="5361312" cy="613784"/>
          </a:xfrm>
          <a:prstGeom prst="rect">
            <a:avLst/>
          </a:prstGeom>
          <a:solidFill>
            <a:srgbClr val="FFFFFF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Games Interaction Technology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4" name="Picture 13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3849" y="6309320"/>
            <a:ext cx="405329" cy="450964"/>
          </a:xfrm>
          <a:prstGeom prst="rect">
            <a:avLst/>
          </a:prstGeom>
        </p:spPr>
      </p:pic>
      <p:pic>
        <p:nvPicPr>
          <p:cNvPr id="15" name="Picture 14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2622" y="6309320"/>
            <a:ext cx="405329" cy="45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692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Games Interaction Technology</a:t>
            </a:r>
          </a:p>
        </p:txBody>
      </p:sp>
      <p:pic>
        <p:nvPicPr>
          <p:cNvPr id="9" name="Picture 8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2622" y="6309320"/>
            <a:ext cx="405329" cy="45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829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0000"/>
            </a:gs>
            <a:gs pos="80000">
              <a:schemeClr val="bg1">
                <a:lumMod val="50000"/>
              </a:schemeClr>
            </a:gs>
            <a:gs pos="100000">
              <a:schemeClr val="bg1">
                <a:lumMod val="60000"/>
                <a:lumOff val="4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Games Interaction Technology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68760"/>
            <a:ext cx="109728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7" name="Picture 2" descr="C:\Users\jw\Documents\Visual Studio 2010\Projects\JSBubbles\JSBubbles.Game\images\themes\metro\Next.png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2039" y="6348019"/>
            <a:ext cx="533400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Obraz 7">
            <a:hlinkClick r:id="" action="ppaction://hlinkshowjump?jump=endshow"/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1520" y="6343213"/>
            <a:ext cx="533475" cy="400106"/>
          </a:xfrm>
          <a:prstGeom prst="rect">
            <a:avLst/>
          </a:prstGeom>
        </p:spPr>
      </p:pic>
      <p:pic>
        <p:nvPicPr>
          <p:cNvPr id="9" name="Obraz 8">
            <a:hlinkClick r:id="" action="ppaction://hlinkshowjump?jump=firstslide"/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877" y="6347991"/>
            <a:ext cx="533475" cy="400106"/>
          </a:xfrm>
          <a:prstGeom prst="rect">
            <a:avLst/>
          </a:prstGeom>
        </p:spPr>
      </p:pic>
      <p:pic>
        <p:nvPicPr>
          <p:cNvPr id="10" name="Obraz 9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401" y="6338466"/>
            <a:ext cx="558879" cy="419159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5415345" y="6525344"/>
            <a:ext cx="1484508" cy="360040"/>
          </a:xfrm>
          <a:prstGeom prst="rect">
            <a:avLst/>
          </a:prstGeom>
          <a:blipFill dpi="0" rotWithShape="1">
            <a:blip r:embed="rId11">
              <a:alphaModFix amt="30000"/>
            </a:blip>
            <a:srcRect/>
            <a:stretch>
              <a:fillRect/>
            </a:stretch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4078985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Segoe UI" pitchFamily="34" charset="0"/>
          <a:cs typeface="Segoe UI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dOk5QXYC6Y" TargetMode="External"/><Relationship Id="rId7" Type="http://schemas.openxmlformats.org/officeDocument/2006/relationships/hyperlink" Target="https://youtu.be/QN3joSQyzQQ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ts24UWC0mY4" TargetMode="External"/><Relationship Id="rId5" Type="http://schemas.openxmlformats.org/officeDocument/2006/relationships/hyperlink" Target="https://www.youtube.com/watch?v=aJOH0Jlo4YA" TargetMode="External"/><Relationship Id="rId4" Type="http://schemas.openxmlformats.org/officeDocument/2006/relationships/hyperlink" Target="https://www.youtube.com/watch?v=s7EIp-OqVyk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y.unity.com/t5/Editor/Read-Only-Animation-by-Default/td-p/547545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answers.unity3d.com/questions/187907/how-to-add-keyframes-on-imported-read-only-animati.html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3D Interactive Media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7568" y="3212976"/>
            <a:ext cx="7992888" cy="2808312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FFF00"/>
                </a:solidFill>
              </a:rPr>
              <a:t>5MMCS001W				Lecture Tutorial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pPr algn="ctr"/>
            <a:r>
              <a:rPr lang="en-GB" dirty="0">
                <a:solidFill>
                  <a:srgbClr val="FF0000"/>
                </a:solidFill>
              </a:rPr>
              <a:t>Intermission</a:t>
            </a:r>
          </a:p>
        </p:txBody>
      </p:sp>
    </p:spTree>
    <p:extLst>
      <p:ext uri="{BB962C8B-B14F-4D97-AF65-F5344CB8AC3E}">
        <p14:creationId xmlns:p14="http://schemas.microsoft.com/office/powerpoint/2010/main" val="2560853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609600" y="1412776"/>
            <a:ext cx="96442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FFFF00"/>
                </a:solidFill>
              </a:rPr>
              <a:t>Demo for Tutorial - Max Export Lego Walk to Unity</a:t>
            </a:r>
          </a:p>
          <a:p>
            <a:endParaRPr lang="en-GB" sz="3200" b="1" dirty="0">
              <a:solidFill>
                <a:srgbClr val="FFFF00"/>
              </a:solidFill>
            </a:endParaRPr>
          </a:p>
          <a:p>
            <a:r>
              <a:rPr lang="en-GB" sz="2400" b="1" dirty="0"/>
              <a:t>Unity Animator/Animation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txBody>
          <a:bodyPr>
            <a:normAutofit/>
          </a:bodyPr>
          <a:lstStyle/>
          <a:p>
            <a:r>
              <a:rPr lang="en-GB" sz="3600" dirty="0"/>
              <a:t>3D Interactive Media Development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293530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609600" y="1412777"/>
            <a:ext cx="8262259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3600" b="1" dirty="0">
                <a:solidFill>
                  <a:srgbClr val="FFFF00"/>
                </a:solidFill>
              </a:rPr>
              <a:t>Basic Architecture (Animator)</a:t>
            </a:r>
          </a:p>
          <a:p>
            <a:endParaRPr lang="en-GB" sz="2400" b="1" dirty="0"/>
          </a:p>
          <a:p>
            <a:r>
              <a:rPr lang="en-GB" sz="2400" b="1" dirty="0"/>
              <a:t>1. </a:t>
            </a:r>
            <a:r>
              <a:rPr lang="en-GB" sz="2400" b="1" dirty="0" err="1"/>
              <a:t>Mechanim</a:t>
            </a:r>
            <a:r>
              <a:rPr lang="en-GB" sz="2400" b="1" dirty="0"/>
              <a:t> (Animator)</a:t>
            </a:r>
          </a:p>
          <a:p>
            <a:r>
              <a:rPr lang="en-GB" sz="2400" b="1" dirty="0"/>
              <a:t>2. Also legacy Animation Controller</a:t>
            </a:r>
          </a:p>
          <a:p>
            <a:endParaRPr lang="en-GB" sz="2400" b="1" dirty="0"/>
          </a:p>
          <a:p>
            <a:r>
              <a:rPr lang="en-GB" sz="2400" b="1" dirty="0"/>
              <a:t>Can co-exist as component controllers in different GameObjects in the scene.</a:t>
            </a:r>
          </a:p>
          <a:p>
            <a:endParaRPr lang="en-GB" sz="2400" b="1" dirty="0"/>
          </a:p>
          <a:p>
            <a:endParaRPr lang="en-GB" sz="2400" b="1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txBody>
          <a:bodyPr>
            <a:normAutofit/>
          </a:bodyPr>
          <a:lstStyle/>
          <a:p>
            <a:r>
              <a:rPr lang="en-GB" sz="4000" dirty="0">
                <a:cs typeface="Segoe UI"/>
              </a:rPr>
              <a:t>3D Interactive Media Development</a:t>
            </a:r>
          </a:p>
        </p:txBody>
      </p:sp>
    </p:spTree>
    <p:extLst>
      <p:ext uri="{BB962C8B-B14F-4D97-AF65-F5344CB8AC3E}">
        <p14:creationId xmlns:p14="http://schemas.microsoft.com/office/powerpoint/2010/main" val="903020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609600" y="1412776"/>
            <a:ext cx="1097280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FFFF00"/>
                </a:solidFill>
              </a:rPr>
              <a:t>Unity Animation System (Animator)</a:t>
            </a:r>
          </a:p>
          <a:p>
            <a:endParaRPr lang="en-GB" sz="3200" b="1" dirty="0">
              <a:solidFill>
                <a:srgbClr val="FFFF00"/>
              </a:solidFill>
            </a:endParaRPr>
          </a:p>
          <a:p>
            <a:r>
              <a:rPr lang="en-GB" b="1" dirty="0"/>
              <a:t>Also known as </a:t>
            </a:r>
            <a:r>
              <a:rPr lang="en-GB" b="1" dirty="0" err="1"/>
              <a:t>mechanim</a:t>
            </a:r>
            <a:r>
              <a:rPr lang="en-GB" b="1" dirty="0"/>
              <a:t>…</a:t>
            </a:r>
          </a:p>
          <a:p>
            <a:r>
              <a:rPr lang="en-GB" b="1" dirty="0"/>
              <a:t>Setup and workflow for animations of objects, characters, and properties</a:t>
            </a:r>
          </a:p>
          <a:p>
            <a:endParaRPr lang="en-GB" b="1" dirty="0"/>
          </a:p>
          <a:p>
            <a:r>
              <a:rPr lang="en-GB" b="1" dirty="0"/>
              <a:t>Imported Animation clips</a:t>
            </a:r>
          </a:p>
          <a:p>
            <a:r>
              <a:rPr lang="en-GB" b="1" dirty="0"/>
              <a:t>Animation created within Unity</a:t>
            </a:r>
          </a:p>
          <a:p>
            <a:endParaRPr lang="en-GB" b="1" dirty="0"/>
          </a:p>
          <a:p>
            <a:r>
              <a:rPr lang="en-GB" b="1" dirty="0"/>
              <a:t>Can retarget for humanoids</a:t>
            </a:r>
          </a:p>
          <a:p>
            <a:r>
              <a:rPr lang="en-GB" b="1" dirty="0"/>
              <a:t>Clip Alignment workflow</a:t>
            </a:r>
          </a:p>
          <a:p>
            <a:endParaRPr lang="en-GB" b="1" dirty="0"/>
          </a:p>
          <a:p>
            <a:r>
              <a:rPr lang="en-GB" b="1" dirty="0"/>
              <a:t>Visual programming</a:t>
            </a:r>
          </a:p>
          <a:p>
            <a:endParaRPr lang="en-GB" b="1" dirty="0"/>
          </a:p>
          <a:p>
            <a:r>
              <a:rPr lang="en-GB" b="1" dirty="0"/>
              <a:t>Layering and Masking</a:t>
            </a:r>
          </a:p>
          <a:p>
            <a:r>
              <a:rPr lang="en-GB" b="1" dirty="0"/>
              <a:t>Different logic for different body parts</a:t>
            </a:r>
          </a:p>
          <a:p>
            <a:endParaRPr lang="en-GB" b="1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txBody>
          <a:bodyPr>
            <a:normAutofit/>
          </a:bodyPr>
          <a:lstStyle/>
          <a:p>
            <a:r>
              <a:rPr lang="en-GB" sz="4000" dirty="0">
                <a:cs typeface="Segoe UI"/>
              </a:rPr>
              <a:t>3D Interactive Media Development</a:t>
            </a:r>
          </a:p>
        </p:txBody>
      </p:sp>
    </p:spTree>
    <p:extLst>
      <p:ext uri="{BB962C8B-B14F-4D97-AF65-F5344CB8AC3E}">
        <p14:creationId xmlns:p14="http://schemas.microsoft.com/office/powerpoint/2010/main" val="935281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609600" y="1412776"/>
            <a:ext cx="10972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FFFF00"/>
                </a:solidFill>
              </a:rPr>
              <a:t>Unity Animator Controller</a:t>
            </a:r>
          </a:p>
          <a:p>
            <a:endParaRPr lang="en-GB" sz="3200" b="1" dirty="0">
              <a:solidFill>
                <a:srgbClr val="FFFF00"/>
              </a:solidFill>
            </a:endParaRPr>
          </a:p>
          <a:p>
            <a:r>
              <a:rPr lang="en-GB" b="1" dirty="0"/>
              <a:t>The Animator Controller controls animation through layers with state machines, controlled by parameters.</a:t>
            </a:r>
          </a:p>
          <a:p>
            <a:endParaRPr lang="en-GB" b="1" dirty="0"/>
          </a:p>
          <a:p>
            <a:r>
              <a:rPr lang="en-GB" b="1" i="1" dirty="0">
                <a:solidFill>
                  <a:srgbClr val="FFFF00"/>
                </a:solidFill>
              </a:rPr>
              <a:t>The Animator Component is added to an object to be animated.</a:t>
            </a:r>
          </a:p>
          <a:p>
            <a:r>
              <a:rPr lang="en-GB" b="1" i="1" dirty="0">
                <a:solidFill>
                  <a:srgbClr val="FFFF00"/>
                </a:solidFill>
              </a:rPr>
              <a:t>It acts as a constructor</a:t>
            </a:r>
          </a:p>
          <a:p>
            <a:endParaRPr lang="en-GB" b="1" dirty="0"/>
          </a:p>
          <a:p>
            <a:r>
              <a:rPr lang="en-GB" b="1" dirty="0"/>
              <a:t>Variables:</a:t>
            </a:r>
          </a:p>
          <a:p>
            <a:r>
              <a:rPr lang="en-GB" b="1" dirty="0"/>
              <a:t>	Layers – Layers of animations in the controller window.</a:t>
            </a:r>
          </a:p>
          <a:p>
            <a:r>
              <a:rPr lang="en-GB" b="1" dirty="0"/>
              <a:t>		The Layer has a visual State Machine that controls the model’s animations</a:t>
            </a:r>
          </a:p>
          <a:p>
            <a:r>
              <a:rPr lang="en-GB" b="1" dirty="0"/>
              <a:t>	Parameters – expose control by script (Speed), transitions and </a:t>
            </a:r>
            <a:r>
              <a:rPr lang="en-GB" b="1" dirty="0" err="1"/>
              <a:t>blendtrees</a:t>
            </a:r>
            <a:endParaRPr lang="en-GB" b="1" dirty="0"/>
          </a:p>
          <a:p>
            <a:endParaRPr lang="en-GB" b="1" dirty="0"/>
          </a:p>
          <a:p>
            <a:r>
              <a:rPr lang="en-GB" b="1" dirty="0"/>
              <a:t>Transitions, Masks, Logic and Booleans</a:t>
            </a:r>
          </a:p>
          <a:p>
            <a:endParaRPr lang="en-GB" b="1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txBody>
          <a:bodyPr>
            <a:normAutofit/>
          </a:bodyPr>
          <a:lstStyle/>
          <a:p>
            <a:r>
              <a:rPr lang="en-GB" sz="4000" dirty="0">
                <a:cs typeface="Segoe UI"/>
              </a:rPr>
              <a:t>3D Interactive Media Development</a:t>
            </a:r>
          </a:p>
        </p:txBody>
      </p:sp>
    </p:spTree>
    <p:extLst>
      <p:ext uri="{BB962C8B-B14F-4D97-AF65-F5344CB8AC3E}">
        <p14:creationId xmlns:p14="http://schemas.microsoft.com/office/powerpoint/2010/main" val="1293070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609600" y="1412776"/>
            <a:ext cx="109728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FFFF00"/>
                </a:solidFill>
              </a:rPr>
              <a:t>Unity Animation System (Animator) Workflow</a:t>
            </a:r>
          </a:p>
          <a:p>
            <a:endParaRPr lang="en-GB" sz="3200" b="1" dirty="0">
              <a:solidFill>
                <a:srgbClr val="FFFF00"/>
              </a:solidFill>
            </a:endParaRPr>
          </a:p>
          <a:p>
            <a:r>
              <a:rPr lang="en-GB" b="1" dirty="0"/>
              <a:t>Based on Animation Clips – usually imported</a:t>
            </a:r>
          </a:p>
          <a:p>
            <a:r>
              <a:rPr lang="en-GB" b="1" dirty="0"/>
              <a:t>Organised in Animator Controller flowchart</a:t>
            </a:r>
          </a:p>
          <a:p>
            <a:r>
              <a:rPr lang="en-GB" b="1" dirty="0"/>
              <a:t>Can be basic or complex (for whole player animations)</a:t>
            </a:r>
          </a:p>
          <a:p>
            <a:r>
              <a:rPr lang="en-GB" b="1" dirty="0"/>
              <a:t>Avatar system allows humanoid retargeting as well as muscle definitions</a:t>
            </a:r>
          </a:p>
          <a:p>
            <a:endParaRPr lang="en-GB" b="1" dirty="0"/>
          </a:p>
          <a:p>
            <a:r>
              <a:rPr lang="en-GB" b="1" dirty="0">
                <a:solidFill>
                  <a:srgbClr val="FFFF00"/>
                </a:solidFill>
              </a:rPr>
              <a:t>Animator Component in a Game Object has:</a:t>
            </a:r>
          </a:p>
          <a:p>
            <a:r>
              <a:rPr lang="en-GB" b="1" dirty="0">
                <a:solidFill>
                  <a:srgbClr val="FFFF00"/>
                </a:solidFill>
              </a:rPr>
              <a:t>	1. Animation Clips</a:t>
            </a:r>
          </a:p>
          <a:p>
            <a:r>
              <a:rPr lang="en-GB" b="1" dirty="0">
                <a:solidFill>
                  <a:srgbClr val="FFFF00"/>
                </a:solidFill>
              </a:rPr>
              <a:t>	2. Animator Controller</a:t>
            </a:r>
          </a:p>
          <a:p>
            <a:r>
              <a:rPr lang="en-GB" b="1" dirty="0">
                <a:solidFill>
                  <a:srgbClr val="FFFF00"/>
                </a:solidFill>
              </a:rPr>
              <a:t>	3. Avatar</a:t>
            </a:r>
          </a:p>
          <a:p>
            <a:endParaRPr lang="en-GB" b="1" dirty="0"/>
          </a:p>
          <a:p>
            <a:r>
              <a:rPr lang="en-GB" b="1" dirty="0"/>
              <a:t>These are defined and adjusted in the inspector window in the top level of an imported </a:t>
            </a:r>
            <a:r>
              <a:rPr lang="en-GB" b="1" dirty="0" err="1"/>
              <a:t>fbx</a:t>
            </a:r>
            <a:r>
              <a:rPr lang="en-GB" b="1" dirty="0"/>
              <a:t>.</a:t>
            </a:r>
          </a:p>
          <a:p>
            <a:endParaRPr lang="en-GB" b="1" dirty="0"/>
          </a:p>
          <a:p>
            <a:r>
              <a:rPr lang="en-GB" b="1" i="1" dirty="0">
                <a:solidFill>
                  <a:srgbClr val="FFFF00"/>
                </a:solidFill>
              </a:rPr>
              <a:t>Animator Component references the Animator Controller, which references the Animation Clips used.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txBody>
          <a:bodyPr>
            <a:normAutofit/>
          </a:bodyPr>
          <a:lstStyle/>
          <a:p>
            <a:r>
              <a:rPr lang="en-GB" sz="4000" dirty="0">
                <a:cs typeface="Segoe UI"/>
              </a:rPr>
              <a:t>3D Interactive Media Development</a:t>
            </a:r>
          </a:p>
        </p:txBody>
      </p:sp>
    </p:spTree>
    <p:extLst>
      <p:ext uri="{BB962C8B-B14F-4D97-AF65-F5344CB8AC3E}">
        <p14:creationId xmlns:p14="http://schemas.microsoft.com/office/powerpoint/2010/main" val="2804392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609600" y="1412776"/>
            <a:ext cx="109728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FFFF00"/>
                </a:solidFill>
              </a:rPr>
              <a:t>Demo for Tutorial - Unity Animation Legacy</a:t>
            </a:r>
          </a:p>
          <a:p>
            <a:endParaRPr lang="en-GB" sz="3200" b="1" dirty="0">
              <a:solidFill>
                <a:srgbClr val="FFFF00"/>
              </a:solidFill>
            </a:endParaRPr>
          </a:p>
          <a:p>
            <a:r>
              <a:rPr lang="en-GB" sz="3200" b="1" dirty="0">
                <a:solidFill>
                  <a:srgbClr val="FFFF00"/>
                </a:solidFill>
              </a:rPr>
              <a:t>Animation Component</a:t>
            </a:r>
          </a:p>
          <a:p>
            <a:endParaRPr lang="en-GB" b="1" dirty="0"/>
          </a:p>
          <a:p>
            <a:r>
              <a:rPr lang="en-GB" b="1" dirty="0"/>
              <a:t>Unity also allows for legacy animation via the </a:t>
            </a:r>
            <a:r>
              <a:rPr lang="en-GB" b="1" dirty="0">
                <a:solidFill>
                  <a:srgbClr val="FFFF00"/>
                </a:solidFill>
              </a:rPr>
              <a:t>Animation Component</a:t>
            </a:r>
          </a:p>
          <a:p>
            <a:endParaRPr lang="en-GB" b="1" dirty="0"/>
          </a:p>
          <a:p>
            <a:r>
              <a:rPr lang="en-GB" b="1" i="1" dirty="0">
                <a:solidFill>
                  <a:srgbClr val="FFFF00"/>
                </a:solidFill>
              </a:rPr>
              <a:t>Animation Window is not the same as the Animation component!</a:t>
            </a:r>
          </a:p>
          <a:p>
            <a:endParaRPr lang="en-GB" b="1" dirty="0"/>
          </a:p>
          <a:p>
            <a:r>
              <a:rPr lang="en-GB" b="1" dirty="0"/>
              <a:t>Animation window is for viewing and editing animations, be they legacy or Animator ready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txBody>
          <a:bodyPr>
            <a:normAutofit/>
          </a:bodyPr>
          <a:lstStyle/>
          <a:p>
            <a:r>
              <a:rPr lang="en-GB" sz="4000" dirty="0">
                <a:cs typeface="Segoe UI"/>
              </a:rPr>
              <a:t>3D Interactive Media Development</a:t>
            </a:r>
          </a:p>
        </p:txBody>
      </p:sp>
    </p:spTree>
    <p:extLst>
      <p:ext uri="{BB962C8B-B14F-4D97-AF65-F5344CB8AC3E}">
        <p14:creationId xmlns:p14="http://schemas.microsoft.com/office/powerpoint/2010/main" val="3665451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609600" y="1412776"/>
            <a:ext cx="96442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FFFF00"/>
                </a:solidFill>
              </a:rPr>
              <a:t>Export Lego Walk to Unity</a:t>
            </a:r>
          </a:p>
          <a:p>
            <a:endParaRPr lang="en-GB" sz="3200" b="1" dirty="0">
              <a:solidFill>
                <a:srgbClr val="FFFF00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txBody>
          <a:bodyPr>
            <a:normAutofit/>
          </a:bodyPr>
          <a:lstStyle/>
          <a:p>
            <a:r>
              <a:rPr lang="en-GB" sz="4000" dirty="0">
                <a:cs typeface="Segoe UI"/>
              </a:rPr>
              <a:t>3D Interactive Media Development</a:t>
            </a:r>
          </a:p>
        </p:txBody>
      </p:sp>
    </p:spTree>
    <p:extLst>
      <p:ext uri="{BB962C8B-B14F-4D97-AF65-F5344CB8AC3E}">
        <p14:creationId xmlns:p14="http://schemas.microsoft.com/office/powerpoint/2010/main" val="1019308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609599" y="1412776"/>
            <a:ext cx="1141076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FFFF00"/>
                </a:solidFill>
              </a:rPr>
              <a:t>Import Lego Walk to Unity</a:t>
            </a:r>
          </a:p>
          <a:p>
            <a:r>
              <a:rPr lang="en-GB" sz="2400" b="1" dirty="0"/>
              <a:t>Detail</a:t>
            </a:r>
          </a:p>
          <a:p>
            <a:r>
              <a:rPr lang="en-GB" sz="2400" b="1" dirty="0"/>
              <a:t>	</a:t>
            </a:r>
            <a:r>
              <a:rPr lang="en-GB" sz="2400" b="1" dirty="0" err="1"/>
              <a:t>Fbx</a:t>
            </a:r>
            <a:r>
              <a:rPr lang="en-GB" sz="2400" b="1" dirty="0"/>
              <a:t> Animation comes in separately under imported </a:t>
            </a:r>
            <a:r>
              <a:rPr lang="en-GB" sz="2400" b="1" dirty="0" err="1"/>
              <a:t>fbx</a:t>
            </a:r>
            <a:r>
              <a:rPr lang="en-GB" sz="2400" b="1" dirty="0"/>
              <a:t> in project window</a:t>
            </a:r>
          </a:p>
          <a:p>
            <a:r>
              <a:rPr lang="en-GB" sz="2400" b="1" dirty="0"/>
              <a:t>	</a:t>
            </a:r>
            <a:r>
              <a:rPr lang="en-GB" sz="2400" b="1" i="1" dirty="0">
                <a:solidFill>
                  <a:srgbClr val="FFFF00"/>
                </a:solidFill>
              </a:rPr>
              <a:t>Inspector window when selecting root of imported </a:t>
            </a:r>
            <a:r>
              <a:rPr lang="en-GB" sz="2400" b="1" i="1" dirty="0" err="1">
                <a:solidFill>
                  <a:srgbClr val="FFFF00"/>
                </a:solidFill>
              </a:rPr>
              <a:t>fbx</a:t>
            </a:r>
            <a:r>
              <a:rPr lang="en-GB" sz="2400" b="1" i="1" dirty="0">
                <a:solidFill>
                  <a:srgbClr val="FFFF00"/>
                </a:solidFill>
              </a:rPr>
              <a:t>  brings up all detail</a:t>
            </a:r>
          </a:p>
          <a:p>
            <a:r>
              <a:rPr lang="en-GB" sz="2400" b="1" dirty="0"/>
              <a:t>		Tabs:</a:t>
            </a:r>
          </a:p>
          <a:p>
            <a:r>
              <a:rPr lang="en-GB" sz="2400" b="1" dirty="0"/>
              <a:t>		Model – Can adjust scale factor as needed, Read/Write, </a:t>
            </a:r>
            <a:r>
              <a:rPr lang="en-GB" sz="2400" b="1" dirty="0" err="1"/>
              <a:t>Normals</a:t>
            </a:r>
            <a:endParaRPr lang="en-GB" sz="2400" b="1" dirty="0"/>
          </a:p>
          <a:p>
            <a:r>
              <a:rPr lang="en-GB" sz="2400" b="1" dirty="0"/>
              <a:t>		Rig – Generic or humanoid for Animator, Legacy for Animation</a:t>
            </a:r>
          </a:p>
          <a:p>
            <a:r>
              <a:rPr lang="en-GB" sz="2400" b="1" dirty="0"/>
              <a:t>			Avatar: Usually create from this model, Root if clip moving</a:t>
            </a:r>
          </a:p>
          <a:p>
            <a:r>
              <a:rPr lang="en-GB" sz="2400" b="1" dirty="0"/>
              <a:t>		Animations – Add and block out </a:t>
            </a:r>
            <a:r>
              <a:rPr lang="en-GB" sz="2400" b="1" dirty="0" err="1"/>
              <a:t>anims</a:t>
            </a:r>
            <a:r>
              <a:rPr lang="en-GB" sz="2400" b="1" dirty="0"/>
              <a:t>, rename, Loop</a:t>
            </a:r>
          </a:p>
          <a:p>
            <a:r>
              <a:rPr lang="en-GB" sz="2400" b="1" dirty="0"/>
              <a:t>	</a:t>
            </a:r>
            <a:r>
              <a:rPr lang="en-GB" sz="2400" b="1" i="1" dirty="0">
                <a:solidFill>
                  <a:srgbClr val="FFFF00"/>
                </a:solidFill>
              </a:rPr>
              <a:t>Drag root of imported </a:t>
            </a:r>
            <a:r>
              <a:rPr lang="en-GB" sz="2400" b="1" i="1" dirty="0" err="1">
                <a:solidFill>
                  <a:srgbClr val="FFFF00"/>
                </a:solidFill>
              </a:rPr>
              <a:t>Fbx</a:t>
            </a:r>
            <a:r>
              <a:rPr lang="en-GB" sz="2400" b="1" i="1" dirty="0">
                <a:solidFill>
                  <a:srgbClr val="FFFF00"/>
                </a:solidFill>
              </a:rPr>
              <a:t> into the Hierarchy</a:t>
            </a:r>
            <a:r>
              <a:rPr lang="en-GB" sz="2400" b="1" dirty="0"/>
              <a:t>	</a:t>
            </a:r>
          </a:p>
          <a:p>
            <a:r>
              <a:rPr lang="en-GB" sz="2400" b="1" dirty="0"/>
              <a:t>	</a:t>
            </a:r>
            <a:r>
              <a:rPr lang="en-GB" sz="2400" b="1" i="1" dirty="0">
                <a:solidFill>
                  <a:srgbClr val="FFFF00"/>
                </a:solidFill>
              </a:rPr>
              <a:t>Animator component of Animation clips, avatar, controller needed to drive</a:t>
            </a:r>
          </a:p>
          <a:p>
            <a:r>
              <a:rPr lang="en-GB" sz="2400" b="1" i="1" dirty="0">
                <a:solidFill>
                  <a:srgbClr val="FFFF00"/>
                </a:solidFill>
              </a:rPr>
              <a:t>	(Added </a:t>
            </a:r>
            <a:r>
              <a:rPr lang="en-GB" sz="2400" b="1" i="1" dirty="0" err="1">
                <a:solidFill>
                  <a:srgbClr val="FFFF00"/>
                </a:solidFill>
              </a:rPr>
              <a:t>Automatcally</a:t>
            </a:r>
            <a:r>
              <a:rPr lang="en-GB" sz="2400" b="1" i="1" dirty="0">
                <a:solidFill>
                  <a:srgbClr val="FFFF00"/>
                </a:solidFill>
              </a:rPr>
              <a:t>…)</a:t>
            </a:r>
          </a:p>
          <a:p>
            <a:r>
              <a:rPr lang="en-GB" sz="2400" b="1" dirty="0"/>
              <a:t>	Animation component (Legacy) uses clips (separate adjustments in inspector)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txBody>
          <a:bodyPr>
            <a:normAutofit/>
          </a:bodyPr>
          <a:lstStyle/>
          <a:p>
            <a:r>
              <a:rPr lang="en-GB" sz="4000" dirty="0">
                <a:cs typeface="Segoe UI"/>
              </a:rPr>
              <a:t>3D Interactive Media Development</a:t>
            </a:r>
          </a:p>
        </p:txBody>
      </p:sp>
    </p:spTree>
    <p:extLst>
      <p:ext uri="{BB962C8B-B14F-4D97-AF65-F5344CB8AC3E}">
        <p14:creationId xmlns:p14="http://schemas.microsoft.com/office/powerpoint/2010/main" val="3161835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609599" y="1412776"/>
            <a:ext cx="1141076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FFFF00"/>
                </a:solidFill>
              </a:rPr>
              <a:t>Import Lego Walk to Unity</a:t>
            </a:r>
          </a:p>
          <a:p>
            <a:endParaRPr lang="en-GB" sz="2400" b="1" dirty="0"/>
          </a:p>
          <a:p>
            <a:r>
              <a:rPr lang="en-GB" sz="2400" b="1" dirty="0"/>
              <a:t>	</a:t>
            </a:r>
            <a:r>
              <a:rPr lang="en-GB" sz="2400" b="1" i="1" dirty="0">
                <a:solidFill>
                  <a:srgbClr val="FFFF00"/>
                </a:solidFill>
              </a:rPr>
              <a:t>Animation window when selecting root of imported </a:t>
            </a:r>
            <a:r>
              <a:rPr lang="en-GB" sz="2400" b="1" i="1" dirty="0" err="1">
                <a:solidFill>
                  <a:srgbClr val="FFFF00"/>
                </a:solidFill>
              </a:rPr>
              <a:t>fbx</a:t>
            </a:r>
            <a:r>
              <a:rPr lang="en-GB" sz="2400" b="1" i="1" dirty="0">
                <a:solidFill>
                  <a:srgbClr val="FFFF00"/>
                </a:solidFill>
              </a:rPr>
              <a:t>  </a:t>
            </a:r>
          </a:p>
          <a:p>
            <a:r>
              <a:rPr lang="en-GB" sz="2400" b="1" i="1" dirty="0">
                <a:solidFill>
                  <a:srgbClr val="FFFF00"/>
                </a:solidFill>
              </a:rPr>
              <a:t>	Brings up all keyframes, graphs of animation clips. </a:t>
            </a:r>
          </a:p>
          <a:p>
            <a:r>
              <a:rPr lang="en-GB" sz="2400" b="1" i="1" dirty="0">
                <a:solidFill>
                  <a:srgbClr val="FFFF00"/>
                </a:solidFill>
              </a:rPr>
              <a:t>	Can browse imported clips and also record new clips here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txBody>
          <a:bodyPr>
            <a:normAutofit/>
          </a:bodyPr>
          <a:lstStyle/>
          <a:p>
            <a:r>
              <a:rPr lang="en-GB" sz="4000" dirty="0">
                <a:cs typeface="Segoe UI"/>
              </a:rPr>
              <a:t>3D Interactive Media Development</a:t>
            </a:r>
          </a:p>
        </p:txBody>
      </p:sp>
    </p:spTree>
    <p:extLst>
      <p:ext uri="{BB962C8B-B14F-4D97-AF65-F5344CB8AC3E}">
        <p14:creationId xmlns:p14="http://schemas.microsoft.com/office/powerpoint/2010/main" val="1816830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609600" y="1412776"/>
            <a:ext cx="11446276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FFFF00"/>
                </a:solidFill>
              </a:rPr>
              <a:t>Tutorial - Unity Animation</a:t>
            </a:r>
          </a:p>
          <a:p>
            <a:endParaRPr lang="en-GB" b="1" dirty="0"/>
          </a:p>
          <a:p>
            <a:r>
              <a:rPr lang="en-GB" b="1" dirty="0"/>
              <a:t>00 – Export as </a:t>
            </a:r>
            <a:r>
              <a:rPr lang="en-GB" b="1" dirty="0" err="1"/>
              <a:t>Fbx</a:t>
            </a:r>
            <a:endParaRPr lang="en-GB" b="1" dirty="0"/>
          </a:p>
          <a:p>
            <a:r>
              <a:rPr lang="en-GB" b="1" dirty="0"/>
              <a:t>01 – Import to Unity as </a:t>
            </a:r>
            <a:r>
              <a:rPr lang="en-GB" b="1" dirty="0" err="1"/>
              <a:t>Fbx</a:t>
            </a:r>
            <a:r>
              <a:rPr lang="en-GB" b="1" dirty="0"/>
              <a:t>, Trigger Animator with </a:t>
            </a:r>
            <a:r>
              <a:rPr lang="en-GB" b="1" dirty="0" err="1"/>
              <a:t>OnMouseDown</a:t>
            </a:r>
            <a:endParaRPr lang="en-GB" b="1" dirty="0"/>
          </a:p>
          <a:p>
            <a:r>
              <a:rPr lang="en-GB" b="1" dirty="0"/>
              <a:t>02 – Change and Play Animations in Legacy</a:t>
            </a:r>
          </a:p>
          <a:p>
            <a:r>
              <a:rPr lang="en-GB" b="1" dirty="0"/>
              <a:t>03 – Animator states with blend tree and script control</a:t>
            </a:r>
          </a:p>
          <a:p>
            <a:r>
              <a:rPr lang="en-GB" b="1" dirty="0"/>
              <a:t>	</a:t>
            </a:r>
            <a:r>
              <a:rPr lang="en-US" i="1" u="sng" dirty="0">
                <a:solidFill>
                  <a:srgbClr val="FFFF00"/>
                </a:solidFill>
                <a:hlinkClick r:id="rId3"/>
              </a:rPr>
              <a:t>Unity 5 Tutorial - Animation Control</a:t>
            </a:r>
            <a:endParaRPr lang="en-US" i="1" u="sng" dirty="0">
              <a:solidFill>
                <a:srgbClr val="FFFF00"/>
              </a:solidFill>
            </a:endParaRPr>
          </a:p>
          <a:p>
            <a:r>
              <a:rPr lang="en-US" dirty="0"/>
              <a:t>	</a:t>
            </a:r>
            <a:r>
              <a:rPr lang="en-GB" u="sng" dirty="0">
                <a:hlinkClick r:id="rId4"/>
              </a:rPr>
              <a:t>Animator Scripting - Unity Official Tutorials</a:t>
            </a:r>
            <a:endParaRPr lang="en-GB" b="1" dirty="0"/>
          </a:p>
          <a:p>
            <a:endParaRPr lang="en-GB" b="1" dirty="0"/>
          </a:p>
          <a:p>
            <a:r>
              <a:rPr lang="en-GB" b="1" dirty="0"/>
              <a:t>04 - Create, Add and Edit Animations in Unity</a:t>
            </a:r>
          </a:p>
          <a:p>
            <a:r>
              <a:rPr lang="en-GB" b="1" dirty="0"/>
              <a:t>	</a:t>
            </a:r>
            <a:r>
              <a:rPr lang="en-GB" b="1" i="1" dirty="0">
                <a:solidFill>
                  <a:srgbClr val="FFFF00"/>
                </a:solidFill>
              </a:rPr>
              <a:t>Create (Legacy) and call from other script</a:t>
            </a:r>
          </a:p>
          <a:p>
            <a:r>
              <a:rPr lang="en-GB" b="1" dirty="0"/>
              <a:t>	</a:t>
            </a:r>
            <a:r>
              <a:rPr lang="en-GB" b="1" dirty="0">
                <a:hlinkClick r:id="rId5"/>
              </a:rPr>
              <a:t>https://www.youtube.com/watch?v=aJOH0Jlo4YA</a:t>
            </a:r>
            <a:endParaRPr lang="en-GB" b="1" dirty="0"/>
          </a:p>
          <a:p>
            <a:r>
              <a:rPr lang="en-GB" b="1" dirty="0"/>
              <a:t>		Create an Object, add Animation Component and Script</a:t>
            </a:r>
          </a:p>
          <a:p>
            <a:r>
              <a:rPr lang="en-GB" b="1" dirty="0"/>
              <a:t>		Animation window, Record (autokey), loop</a:t>
            </a:r>
          </a:p>
          <a:p>
            <a:r>
              <a:rPr lang="en-GB" b="1" dirty="0"/>
              <a:t>	</a:t>
            </a:r>
            <a:r>
              <a:rPr lang="en-GB" b="1" i="1" dirty="0">
                <a:solidFill>
                  <a:srgbClr val="FFFF00"/>
                </a:solidFill>
              </a:rPr>
              <a:t>Create (Animator) – Bouncing Ball, Character, Booleans, Speed, Blend Tree </a:t>
            </a:r>
            <a:r>
              <a:rPr lang="en-GB" b="1" i="1" dirty="0">
                <a:solidFill>
                  <a:srgbClr val="FF0000"/>
                </a:solidFill>
              </a:rPr>
              <a:t>(just a 2d example, 3d to come)</a:t>
            </a:r>
          </a:p>
          <a:p>
            <a:r>
              <a:rPr lang="en-GB" b="1" dirty="0"/>
              <a:t>	</a:t>
            </a:r>
            <a:r>
              <a:rPr lang="en-GB" b="1" dirty="0">
                <a:hlinkClick r:id="rId6"/>
              </a:rPr>
              <a:t>https://www.youtube.com/watch?v=ts24UWC0mY4</a:t>
            </a:r>
            <a:endParaRPr lang="en-GB" b="1" dirty="0"/>
          </a:p>
          <a:p>
            <a:r>
              <a:rPr lang="en-GB" b="1" dirty="0"/>
              <a:t>	</a:t>
            </a:r>
            <a:r>
              <a:rPr lang="en-GB" b="1" dirty="0">
                <a:hlinkClick r:id="rId7"/>
              </a:rPr>
              <a:t>https://youtu.be/QN3joSQyzQQ</a:t>
            </a:r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txBody>
          <a:bodyPr>
            <a:normAutofit/>
          </a:bodyPr>
          <a:lstStyle/>
          <a:p>
            <a:r>
              <a:rPr lang="en-GB" sz="4000" dirty="0">
                <a:cs typeface="Segoe UI"/>
              </a:rPr>
              <a:t>3D Interactive Media Development</a:t>
            </a:r>
          </a:p>
        </p:txBody>
      </p:sp>
    </p:spTree>
    <p:extLst>
      <p:ext uri="{BB962C8B-B14F-4D97-AF65-F5344CB8AC3E}">
        <p14:creationId xmlns:p14="http://schemas.microsoft.com/office/powerpoint/2010/main" val="4268432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609600" y="1412776"/>
            <a:ext cx="109728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FFFF00"/>
                </a:solidFill>
              </a:rPr>
              <a:t>Tutorial - Unity Animation</a:t>
            </a:r>
          </a:p>
          <a:p>
            <a:endParaRPr lang="en-GB" b="1" dirty="0"/>
          </a:p>
          <a:p>
            <a:r>
              <a:rPr lang="en-GB" b="1" dirty="0"/>
              <a:t>04 - Create, Add and Edit Animations in Unity</a:t>
            </a:r>
          </a:p>
          <a:p>
            <a:endParaRPr lang="en-GB" b="1" dirty="0"/>
          </a:p>
          <a:p>
            <a:r>
              <a:rPr lang="en-GB" b="1" i="1" dirty="0">
                <a:solidFill>
                  <a:srgbClr val="FFFF00"/>
                </a:solidFill>
              </a:rPr>
              <a:t>Clip Read Only Issue:</a:t>
            </a:r>
            <a:br>
              <a:rPr lang="en-GB" dirty="0"/>
            </a:br>
            <a:r>
              <a:rPr lang="en-GB" dirty="0"/>
              <a:t> </a:t>
            </a:r>
          </a:p>
          <a:p>
            <a:r>
              <a:rPr lang="en-GB" u="sng" dirty="0">
                <a:hlinkClick r:id="rId3"/>
              </a:rPr>
              <a:t>https://community.unity.com/t5/Editor/Read-Only-Animation-by-Default/td-p/547545</a:t>
            </a:r>
            <a:br>
              <a:rPr lang="en-GB" u="sng" dirty="0"/>
            </a:br>
            <a:r>
              <a:rPr lang="en-GB" dirty="0"/>
              <a:t>You can select the animations you wish to modify, and duplicate them (</a:t>
            </a:r>
            <a:r>
              <a:rPr lang="en-GB" dirty="0" err="1"/>
              <a:t>Ctrl+D</a:t>
            </a:r>
            <a:r>
              <a:rPr lang="en-GB" dirty="0"/>
              <a:t>, if you're on Windows).Drop the imported model on the scene, and associate the duplicated </a:t>
            </a:r>
            <a:r>
              <a:rPr lang="en-GB" dirty="0" err="1"/>
              <a:t>animations.Then</a:t>
            </a:r>
            <a:r>
              <a:rPr lang="en-GB" dirty="0"/>
              <a:t> you can modify these ones through the Animation window.</a:t>
            </a:r>
          </a:p>
          <a:p>
            <a:endParaRPr lang="en-GB" dirty="0"/>
          </a:p>
          <a:p>
            <a:r>
              <a:rPr lang="en-GB" i="1" dirty="0">
                <a:solidFill>
                  <a:srgbClr val="FFFF00"/>
                </a:solidFill>
              </a:rPr>
              <a:t>Can then create new Clips in Animation Window as well.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Advanced – </a:t>
            </a:r>
            <a:r>
              <a:rPr lang="en-GB" u="sng" dirty="0">
                <a:hlinkClick r:id="rId4"/>
              </a:rPr>
              <a:t>http://answers.unity3d.com/questions/187907/how-to-add-keyframes-on-imported-read-only-animati.html</a:t>
            </a:r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txBody>
          <a:bodyPr>
            <a:normAutofit/>
          </a:bodyPr>
          <a:lstStyle/>
          <a:p>
            <a:r>
              <a:rPr lang="en-GB" sz="4000" dirty="0">
                <a:cs typeface="Segoe UI"/>
              </a:rPr>
              <a:t>3D Interactive Media Development</a:t>
            </a:r>
          </a:p>
        </p:txBody>
      </p:sp>
    </p:spTree>
    <p:extLst>
      <p:ext uri="{BB962C8B-B14F-4D97-AF65-F5344CB8AC3E}">
        <p14:creationId xmlns:p14="http://schemas.microsoft.com/office/powerpoint/2010/main" val="1324138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609600" y="1412776"/>
            <a:ext cx="1097280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FFFF00"/>
                </a:solidFill>
              </a:rPr>
              <a:t>Tutorial - Unity Input and Movement (later sheets)</a:t>
            </a:r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02 - Input and Movement – Done with Previous Week 02</a:t>
            </a:r>
          </a:p>
          <a:p>
            <a:endParaRPr lang="en-GB" b="1" dirty="0"/>
          </a:p>
          <a:p>
            <a:r>
              <a:rPr lang="en-GB" b="1" dirty="0"/>
              <a:t>Unity UI and movement scripting</a:t>
            </a:r>
          </a:p>
          <a:p>
            <a:r>
              <a:rPr lang="en-GB" b="1" dirty="0"/>
              <a:t>	Lerp</a:t>
            </a:r>
          </a:p>
          <a:p>
            <a:r>
              <a:rPr lang="en-GB" b="1" dirty="0"/>
              <a:t>	</a:t>
            </a:r>
            <a:r>
              <a:rPr lang="en-GB" b="1" dirty="0" err="1"/>
              <a:t>Movetowards</a:t>
            </a:r>
            <a:endParaRPr lang="en-GB" b="1" dirty="0"/>
          </a:p>
          <a:p>
            <a:r>
              <a:rPr lang="en-GB" b="1" dirty="0"/>
              <a:t>	Other</a:t>
            </a:r>
          </a:p>
          <a:p>
            <a:endParaRPr lang="en-GB" b="1" dirty="0"/>
          </a:p>
          <a:p>
            <a:r>
              <a:rPr lang="en-GB" b="1" dirty="0"/>
              <a:t>Navigation – Prefabs 3PC, FPC, Animator for player</a:t>
            </a:r>
          </a:p>
          <a:p>
            <a:r>
              <a:rPr lang="en-GB" b="1" dirty="0"/>
              <a:t>	TGC</a:t>
            </a:r>
          </a:p>
          <a:p>
            <a:r>
              <a:rPr lang="en-GB" b="1" dirty="0"/>
              <a:t>	Other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txBody>
          <a:bodyPr>
            <a:normAutofit/>
          </a:bodyPr>
          <a:lstStyle/>
          <a:p>
            <a:r>
              <a:rPr lang="en-GB" sz="4000" dirty="0">
                <a:cs typeface="Segoe UI"/>
              </a:rPr>
              <a:t>3D Interactive Media Development</a:t>
            </a:r>
          </a:p>
        </p:txBody>
      </p:sp>
    </p:spTree>
    <p:extLst>
      <p:ext uri="{BB962C8B-B14F-4D97-AF65-F5344CB8AC3E}">
        <p14:creationId xmlns:p14="http://schemas.microsoft.com/office/powerpoint/2010/main" val="1543098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609600" y="1412776"/>
            <a:ext cx="8550291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FFFF00"/>
                </a:solidFill>
              </a:rPr>
              <a:t>Files</a:t>
            </a:r>
          </a:p>
          <a:p>
            <a:endParaRPr lang="en-GB" sz="3200" b="1" dirty="0">
              <a:solidFill>
                <a:srgbClr val="FFFF00"/>
              </a:solidFill>
            </a:endParaRPr>
          </a:p>
          <a:p>
            <a:r>
              <a:rPr lang="en-GB" sz="2400" b="1" dirty="0"/>
              <a:t>Lego Brick and Lego Walk 3DSMax file</a:t>
            </a:r>
          </a:p>
          <a:p>
            <a:endParaRPr lang="en-GB" sz="2400" b="1" dirty="0"/>
          </a:p>
          <a:p>
            <a:r>
              <a:rPr lang="en-GB" sz="2400" b="1" dirty="0" err="1"/>
              <a:t>Fbx</a:t>
            </a:r>
            <a:r>
              <a:rPr lang="en-GB" sz="2400" b="1" dirty="0"/>
              <a:t> Walk Export</a:t>
            </a:r>
          </a:p>
          <a:p>
            <a:endParaRPr lang="en-GB" sz="2400" b="1" dirty="0"/>
          </a:p>
          <a:p>
            <a:r>
              <a:rPr lang="en-GB" sz="2400" b="1" dirty="0"/>
              <a:t>Unity Files for Tutorial sheets</a:t>
            </a:r>
          </a:p>
          <a:p>
            <a:endParaRPr lang="en-GB" sz="2400" b="1" dirty="0"/>
          </a:p>
          <a:p>
            <a:endParaRPr lang="en-GB" sz="2400" b="1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txBody>
          <a:bodyPr>
            <a:normAutofit/>
          </a:bodyPr>
          <a:lstStyle/>
          <a:p>
            <a:r>
              <a:rPr lang="en-GB" sz="4000" dirty="0">
                <a:cs typeface="Segoe UI"/>
              </a:rPr>
              <a:t>3D Interactive Media Development</a:t>
            </a:r>
          </a:p>
        </p:txBody>
      </p:sp>
    </p:spTree>
    <p:extLst>
      <p:ext uri="{BB962C8B-B14F-4D97-AF65-F5344CB8AC3E}">
        <p14:creationId xmlns:p14="http://schemas.microsoft.com/office/powerpoint/2010/main" val="2893409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609600" y="1412776"/>
            <a:ext cx="8550291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FFFF00"/>
                </a:solidFill>
              </a:rPr>
              <a:t>Extras</a:t>
            </a:r>
          </a:p>
          <a:p>
            <a:endParaRPr lang="en-GB" sz="3200" b="1" dirty="0">
              <a:solidFill>
                <a:srgbClr val="FFFF00"/>
              </a:solidFill>
            </a:endParaRPr>
          </a:p>
          <a:p>
            <a:r>
              <a:rPr lang="en-GB" sz="2400" b="1" dirty="0"/>
              <a:t>Lego Brick and Lego Walk 3DSMax file to download</a:t>
            </a:r>
          </a:p>
          <a:p>
            <a:r>
              <a:rPr lang="en-GB" sz="2400" b="1" dirty="0"/>
              <a:t>Create a wall of bricks in max with array</a:t>
            </a:r>
          </a:p>
          <a:p>
            <a:r>
              <a:rPr lang="en-GB" sz="2400" b="1" dirty="0"/>
              <a:t>Create same wall in Unity with scripted array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txBody>
          <a:bodyPr>
            <a:normAutofit/>
          </a:bodyPr>
          <a:lstStyle/>
          <a:p>
            <a:r>
              <a:rPr lang="en-GB" sz="3600" dirty="0"/>
              <a:t>3D Interactive Media Development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24927231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Metro">
      <a:dk1>
        <a:srgbClr val="FFFFFF"/>
      </a:dk1>
      <a:lt1>
        <a:srgbClr val="1F497D"/>
      </a:lt1>
      <a:dk2>
        <a:srgbClr val="FFFFFF"/>
      </a:dk2>
      <a:lt2>
        <a:srgbClr val="1F497D"/>
      </a:lt2>
      <a:accent1>
        <a:srgbClr val="E8402E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C6D9F0"/>
      </a:folHlink>
    </a:clrScheme>
    <a:fontScheme name="Metro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19275</TotalTime>
  <Words>969</Words>
  <Application>Microsoft Office PowerPoint</Application>
  <PresentationFormat>Widescreen</PresentationFormat>
  <Paragraphs>165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1_Office Theme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  <vt:lpstr>3D Interactive Media Development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Games Interaction Technology</dc:title>
  <dc:creator>jeff ferguson</dc:creator>
  <cp:lastModifiedBy>Jeffrey Ferguson</cp:lastModifiedBy>
  <cp:revision>186</cp:revision>
  <dcterms:created xsi:type="dcterms:W3CDTF">2016-10-08T10:37:01Z</dcterms:created>
  <dcterms:modified xsi:type="dcterms:W3CDTF">2025-10-21T06:41:14Z</dcterms:modified>
</cp:coreProperties>
</file>